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0" y="2130425"/>
            <a:ext cx="9143365" cy="1470025"/>
          </a:xfrm>
        </p:spPr>
        <p:txBody>
          <a:bodyPr>
            <a:noAutofit/>
          </a:bodyPr>
          <a:lstStyle/>
          <a:p>
            <a:pPr lvl="0"/>
            <a:r>
              <a:rPr>
                <a:solidFill>
                  <a:schemeClr val="tx2"/>
                </a:solidFill>
              </a:rPr>
              <a:t>深圳人口動向の分析</a:t>
            </a:r>
          </a:p>
        </p:txBody>
      </p:sp>
      <p:sp>
        <p:nvSpPr>
          <p:cNvPr id="3" name="Subtitle 2"/>
          <p:cNvSpPr>
            <a:spLocks noGrp="1"/>
          </p:cNvSpPr>
          <p:nvPr>
            <p:ph type="subTitle" idx="1"/>
          </p:nvPr>
        </p:nvSpPr>
        <p:spPr>
          <a:xfrm>
            <a:off x="1371600" y="3886200"/>
            <a:ext cx="6400800" cy="1752600"/>
          </a:xfrm>
        </p:spPr>
        <p:txBody>
          <a:bodyPr>
            <a:noAutofit/>
          </a:bodyPr>
          <a:lstStyle/>
          <a:p>
            <a:pPr lvl="0"/>
            <a:r>
              <a:rPr>
                <a:solidFill>
                  <a:schemeClr val="accent6"/>
                </a:solidFill>
              </a:rPr>
              <a:t>作者：[您的名字]</a:t>
            </a:r>
          </a:p>
          <a:p>
            <a:pPr lvl="0"/>
            <a:r>
              <a:rPr>
                <a:solidFill>
                  <a:schemeClr val="accent6"/>
                </a:solidFill>
              </a:rPr>
              <a:t>日付：2025-06-05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74955"/>
            <a:ext cx="9144000" cy="1143000"/>
          </a:xfrm>
        </p:spPr>
        <p:txBody>
          <a:bodyPr>
            <a:noAutofit/>
          </a:bodyPr>
          <a:lstStyle/>
          <a:p>
            <a:pPr lvl="0"/>
            <a:r>
              <a:rPr/>
              <a:t>目次</a:t>
            </a:r>
          </a:p>
        </p:txBody>
      </p:sp>
      <p:sp>
        <p:nvSpPr>
          <p:cNvPr id="3" name="Content Placeholder 2"/>
          <p:cNvSpPr>
            <a:spLocks noGrp="1"/>
          </p:cNvSpPr>
          <p:nvPr>
            <p:ph idx="1"/>
          </p:nvPr>
        </p:nvSpPr>
        <p:spPr>
          <a:xfrm>
            <a:off x="457200" y="1600200"/>
            <a:ext cx="8229600" cy="4525963"/>
          </a:xfrm>
        </p:spPr>
        <p:txBody>
          <a:bodyPr>
            <a:noAutofit/>
          </a:bodyPr>
          <a:lstStyle/>
          <a:p>
            <a:pPr lvl="0"/>
            <a:r>
              <a:rPr/>
              <a:t>1. はじめに</a:t>
            </a:r>
          </a:p>
          <a:p>
            <a:pPr lvl="0"/>
            <a:r>
              <a:rPr/>
              <a:t>2. 深圳の人口移動の現状</a:t>
            </a:r>
          </a:p>
          <a:p>
            <a:pPr lvl="0"/>
            <a:r>
              <a:rPr/>
              <a:t>3. 深圳の人口移動に影響を与える要因</a:t>
            </a:r>
          </a:p>
          <a:p>
            <a:pPr lvl="0"/>
            <a:r>
              <a:rPr/>
              <a:t>4. 深圳の人口移動の傾向と影響</a:t>
            </a:r>
          </a:p>
          <a:p>
            <a:pPr lvl="0"/>
            <a:r>
              <a:rPr/>
              <a:t>5. 結論と提言</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74955"/>
            <a:ext cx="9144000" cy="1143000"/>
          </a:xfrm>
        </p:spPr>
        <p:txBody>
          <a:bodyPr>
            <a:noAutofit/>
          </a:bodyPr>
          <a:lstStyle/>
          <a:p>
            <a:pPr lvl="0"/>
            <a:r>
              <a:rPr/>
              <a:t>はじめに</a:t>
            </a:r>
          </a:p>
        </p:txBody>
      </p:sp>
      <p:sp>
        <p:nvSpPr>
          <p:cNvPr id="3" name="Content Placeholder 2"/>
          <p:cNvSpPr>
            <a:spLocks noGrp="1"/>
          </p:cNvSpPr>
          <p:nvPr>
            <p:ph idx="1"/>
          </p:nvPr>
        </p:nvSpPr>
        <p:spPr>
          <a:xfrm>
            <a:off x="457200" y="1600200"/>
            <a:ext cx="8229600" cy="4525963"/>
          </a:xfrm>
        </p:spPr>
        <p:txBody>
          <a:bodyPr>
            <a:noAutofit/>
          </a:bodyPr>
          <a:lstStyle/>
          <a:p>
            <a:pPr lvl="0"/>
            <a:r>
              <a:rPr/>
              <a:t>深圳は中国の改革開放の最前線都市として、人口流動に顕著な特徴と深遠な影響を持っています。本章では、深圳の発展の歩み、人口流動の背景、および研究の重要性と意義について簡潔に紹介します。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74955"/>
            <a:ext cx="9144000" cy="1143000"/>
          </a:xfrm>
        </p:spPr>
        <p:txBody>
          <a:bodyPr>
            <a:noAutofit/>
          </a:bodyPr>
          <a:lstStyle/>
          <a:p>
            <a:pPr lvl="0"/>
            <a:r>
              <a:rPr/>
              <a:t>深圳の人口流動現状</a:t>
            </a:r>
          </a:p>
        </p:txBody>
      </p:sp>
      <p:sp>
        <p:nvSpPr>
          <p:cNvPr id="3" name="Content Placeholder 2"/>
          <p:cNvSpPr>
            <a:spLocks noGrp="1"/>
          </p:cNvSpPr>
          <p:nvPr>
            <p:ph idx="1"/>
          </p:nvPr>
        </p:nvSpPr>
        <p:spPr>
          <a:xfrm>
            <a:off x="457200" y="1600200"/>
            <a:ext cx="8229600" cy="4525963"/>
          </a:xfrm>
        </p:spPr>
        <p:txBody>
          <a:bodyPr>
            <a:noAutofit/>
          </a:bodyPr>
          <a:lstStyle/>
          <a:p>
            <a:pPr lvl="0"/>
            <a:r>
              <a:rPr/>
              <a:t>本章节では、深圳の人口移動の現状を詳細に分析します。これには、人口流入と流出の規模、主な流出元と目的地、移動人口の年齢・性別構成、および職業と学歴背景が含まれます。</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274955"/>
            <a:ext cx="9144000" cy="1143000"/>
          </a:xfrm>
        </p:spPr>
        <p:txBody>
          <a:bodyPr>
            <a:noAutofit/>
          </a:bodyPr>
          <a:lstStyle/>
          <a:p>
            <a:pPr lvl="0"/>
            <a:r>
              <a:rPr/>
              <a:t>深圳の人口移動に影響を与える要因</a:t>
            </a:r>
          </a:p>
        </p:txBody>
      </p:sp>
      <p:sp>
        <p:nvSpPr>
          <p:cNvPr id="3" name="Content Placeholder 2"/>
          <p:cNvSpPr>
            <a:spLocks noGrp="1"/>
          </p:cNvSpPr>
          <p:nvPr>
            <p:ph idx="1"/>
          </p:nvPr>
        </p:nvSpPr>
        <p:spPr>
          <a:xfrm>
            <a:off x="457200" y="1600200"/>
            <a:ext cx="8229600" cy="4525963"/>
          </a:xfrm>
        </p:spPr>
        <p:txBody>
          <a:bodyPr>
            <a:noAutofit/>
          </a:bodyPr>
          <a:lstStyle/>
          <a:p>
            <a:pPr lvl="0"/>
            <a:r>
              <a:rPr/>
              <a:t>本章节では、経済的要因、政策的要因、社会的要因、地理的要因など、深圳の人口移動に影響を与える様々な要素について考察します。これらの要因を分析することで、深圳の人口移動の動機とメカニズムをより深く理解することができま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74955"/>
            <a:ext cx="9144635" cy="1143000"/>
          </a:xfrm>
        </p:spPr>
        <p:txBody>
          <a:bodyPr>
            <a:noAutofit/>
          </a:bodyPr>
          <a:lstStyle/>
          <a:p>
            <a:pPr lvl="0"/>
            <a:r>
              <a:rPr/>
              <a:t>深圳の人口動向とその影響</a:t>
            </a:r>
          </a:p>
        </p:txBody>
      </p:sp>
      <p:sp>
        <p:nvSpPr>
          <p:cNvPr id="3" name="Content Placeholder 2"/>
          <p:cNvSpPr>
            <a:spLocks noGrp="1"/>
          </p:cNvSpPr>
          <p:nvPr>
            <p:ph idx="1"/>
          </p:nvPr>
        </p:nvSpPr>
        <p:spPr>
          <a:xfrm>
            <a:off x="457200" y="1600200"/>
            <a:ext cx="8229600" cy="4525963"/>
          </a:xfrm>
        </p:spPr>
        <p:txBody>
          <a:bodyPr>
            <a:noAutofit/>
          </a:bodyPr>
          <a:lstStyle/>
          <a:p>
            <a:pPr lvl="0"/>
            <a:r>
              <a:rPr/>
              <a:t>本章节では、深圳の人口流動の将来動向を分析し、都市経済、社会構造、都市計画などへの影響を探ります。これらの分析を通じて、深圳の将来の発展に有益な参考と提案を提供します。</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74955"/>
            <a:ext cx="9144000" cy="1143000"/>
          </a:xfrm>
        </p:spPr>
        <p:txBody>
          <a:bodyPr>
            <a:noAutofit/>
          </a:bodyPr>
          <a:lstStyle/>
          <a:p>
            <a:pPr lvl="0"/>
            <a:r>
              <a:rPr/>
              <a:t>結論と提言</a:t>
            </a:r>
          </a:p>
        </p:txBody>
      </p:sp>
      <p:sp>
        <p:nvSpPr>
          <p:cNvPr id="3" name="Content Placeholder 2"/>
          <p:cNvSpPr>
            <a:spLocks noGrp="1"/>
          </p:cNvSpPr>
          <p:nvPr>
            <p:ph idx="1"/>
          </p:nvPr>
        </p:nvSpPr>
        <p:spPr>
          <a:xfrm>
            <a:off x="457200" y="1600200"/>
            <a:ext cx="8229600" cy="4525963"/>
          </a:xfrm>
        </p:spPr>
        <p:txBody>
          <a:bodyPr>
            <a:noAutofit/>
          </a:bodyPr>
          <a:lstStyle/>
          <a:p>
            <a:pPr lvl="0"/>
            <a:r>
              <a:rPr/>
              <a:t>本章节では、前述の分析から得られた主な知見をまとめ、それに基づく政策提言を行います。これらの提言は、深圳における人口移動の健全な発展を促進し、都市構造を最適化し、都市競争力を高めることを目的としてい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470</Words>
  <Application>WPS 演示</Application>
  <PresentationFormat>On-screen Show (4:3)</PresentationFormat>
  <Paragraphs>33</Paragraphs>
  <Slides>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宋体</vt:lpstr>
      <vt:lpstr>Wingdings</vt:lpstr>
      <vt:lpstr>Arial</vt:lpstr>
      <vt:lpstr>Calibri</vt:lpstr>
      <vt:lpstr>Helvetica Neue</vt:lpstr>
      <vt:lpstr>宋体</vt:lpstr>
      <vt:lpstr>汉仪书宋二KW</vt:lpstr>
      <vt:lpstr>微软雅黑</vt:lpstr>
      <vt:lpstr>汉仪旗黑</vt:lpstr>
      <vt:lpstr>Arial Unicode MS</vt:lpstr>
      <vt:lpstr>Office Theme</vt:lpstr>
      <vt:lpstr>深圳人口流动的分析</vt:lpstr>
      <vt:lpstr>目录</vt:lpstr>
      <vt:lpstr>引言</vt:lpstr>
      <vt:lpstr>深圳人口流动现状</vt:lpstr>
      <vt:lpstr>影响深圳人口流动的因素</vt:lpstr>
      <vt:lpstr>深圳人口流动的趋势和影响</vt:lpstr>
      <vt:lpstr>结论与建议</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Carina</cp:lastModifiedBy>
  <cp:revision>7</cp:revision>
  <dcterms:created xsi:type="dcterms:W3CDTF">2026-02-10T14:03:10Z</dcterms:created>
  <dcterms:modified xsi:type="dcterms:W3CDTF">2026-02-10T14:03:10Z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92B4A8C37D4B64A999FE8A69926E5D3A_42</vt:lpwstr>
  </property>
  <property fmtid="{D5CDD505-2E9C-101B-9397-08002B2CF9AE}" pid="3" name="KSOProductBuildVer">
    <vt:lpwstr>2052-12.1.25195.25195</vt:lpwstr>
  </property>
</Properties>
</file>