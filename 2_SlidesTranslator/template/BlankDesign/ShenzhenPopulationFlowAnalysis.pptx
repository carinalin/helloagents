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3365" cy="1470025"/>
          </a:xfrm>
        </p:spPr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rPr>
                <a:solidFill>
                  <a:schemeClr val="tx2"/>
                </a:solidFill>
              </a:rPr>
              <a:t>深圳人口流动的分析</a:t>
            </a:r>
            <a:endParaRPr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rPr>
                <a:solidFill>
                  <a:schemeClr val="accent6">
                    <a:lumMod val="75000"/>
                  </a:schemeClr>
                </a:solidFill>
              </a:rPr>
              <a:t>作者：[您的名字]</a:t>
            </a:r>
            <a:endParaRPr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 sz="2400">
                <a:solidFill>
                  <a:srgbClr val="003366"/>
                </a:solidFill>
              </a:defRPr>
            </a:pPr>
            <a:r>
              <a:rPr>
                <a:solidFill>
                  <a:schemeClr val="accent6">
                    <a:lumMod val="75000"/>
                  </a:schemeClr>
                </a:solidFill>
              </a:rPr>
              <a:t>日期：2025-06-05</a:t>
            </a:r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引言</a:t>
            </a:r>
          </a:p>
          <a:p>
            <a:r>
              <a:t>2. 深圳人口流动现状</a:t>
            </a:r>
          </a:p>
          <a:p>
            <a:r>
              <a:t>3. 影响深圳人口流动的因素</a:t>
            </a:r>
          </a:p>
          <a:p>
            <a:r>
              <a:t>4. 深圳人口流动的趋势和影响</a:t>
            </a:r>
          </a:p>
          <a:p>
            <a:r>
              <a:t>5. 结论与建议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/>
          <a:lstStyle/>
          <a:p>
            <a:r>
              <a:t>引言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深圳作为中国改革开放的前沿城市，其人口流动具有显著的特点和深远的影响。本章节将简要介绍深圳的发展历程、人口流动的背景以及研究的重要性和意义。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/>
          <a:lstStyle/>
          <a:p>
            <a:r>
              <a:t>深圳人口流动现状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本章节将详细分析深圳的人口流动现状，包括人口流入和流出的规模、主要来源地和目的地、流动人口的年龄和性别结构、以及他们的职业和教育背景。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955"/>
            <a:ext cx="9144000" cy="1143000"/>
          </a:xfrm>
        </p:spPr>
        <p:txBody>
          <a:bodyPr/>
          <a:lstStyle/>
          <a:p>
            <a:r>
              <a:t>影响深圳人口流动的因素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本章节将探讨影响深圳人口流动的各种因素，包括经济因素、政策因素、社会因素和地理因素。通过分析这些因素，我们可以更好地理解深圳人口流动的动因和机制。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635" cy="1143000"/>
          </a:xfrm>
        </p:spPr>
        <p:txBody>
          <a:bodyPr/>
          <a:lstStyle/>
          <a:p>
            <a:r>
              <a:t>深圳人口流动的趋势和影响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本章节将分析深圳人口流动的未来趋势，并探讨其对城市经济、社会结构、城市规划等方面的影响。通过这些分析，我们可以为深圳的未来发展提供有益的参考和建议。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35" y="274955"/>
            <a:ext cx="9144000" cy="1143000"/>
          </a:xfrm>
        </p:spPr>
        <p:txBody>
          <a:bodyPr/>
          <a:lstStyle/>
          <a:p>
            <a:r>
              <a:t>结论与建议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本章节将总结前述分析的主要发现，并提出相应的政策建议。这些建议旨在促进深圳人口流动的健康发展，优化城市结构，提升城市竞争力。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WPS 演示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深圳人口流动的分析</vt:lpstr>
      <vt:lpstr>目录</vt:lpstr>
      <vt:lpstr>引言</vt:lpstr>
      <vt:lpstr>深圳人口流动现状</vt:lpstr>
      <vt:lpstr>影响深圳人口流动的因素</vt:lpstr>
      <vt:lpstr>深圳人口流动的趋势和影响</vt:lpstr>
      <vt:lpstr>结论与建议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Carina</cp:lastModifiedBy>
  <cp:revision>7</cp:revision>
  <dcterms:created xsi:type="dcterms:W3CDTF">2026-02-10T14:03:10Z</dcterms:created>
  <dcterms:modified xsi:type="dcterms:W3CDTF">2026-02-10T14:03:10Z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92B4A8C37D4B64A999FE8A69926E5D3A_42</vt:lpwstr>
  </property>
  <property fmtid="{D5CDD505-2E9C-101B-9397-08002B2CF9AE}" pid="3" name="KSOProductBuildVer">
    <vt:lpwstr>2052-12.1.25195.25195</vt:lpwstr>
  </property>
</Properties>
</file>