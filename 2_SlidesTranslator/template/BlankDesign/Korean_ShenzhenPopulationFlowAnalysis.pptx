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3365" cy="1470025"/>
          </a:xfrm>
        </p:spPr>
        <p:txBody>
          <a:bodyPr>
            <a:noAutofit/>
          </a:bodyPr>
          <a:lstStyle/>
          <a:p>
            <a:pPr lvl="0"/>
            <a:r>
              <a:rPr>
                <a:solidFill>
                  <a:schemeClr val="tx2"/>
                </a:solidFill>
              </a:rPr>
              <a:t>深圳 인구 유동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lvl="0"/>
            <a:r>
              <a:rPr>
                <a:solidFill>
                  <a:schemeClr val="accent6"/>
                </a:solidFill>
              </a:rPr>
              <a:t>작성자: [귀하의 이름]</a:t>
            </a:r>
          </a:p>
          <a:p>
            <a:pPr lvl="0"/>
            <a:r>
              <a:rPr>
                <a:solidFill>
                  <a:schemeClr val="accent6"/>
                </a:solidFill>
              </a:rPr>
              <a:t>날짜: 2025-06-05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000" cy="1143000"/>
          </a:xfrm>
        </p:spPr>
        <p:txBody>
          <a:bodyPr>
            <a:noAutofit/>
          </a:bodyPr>
          <a:lstStyle/>
          <a:p>
            <a:pPr lvl="0"/>
            <a:r>
              <a:rPr/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lvl="0"/>
            <a:r>
              <a:rPr/>
              <a:t>1. 서론</a:t>
            </a:r>
          </a:p>
          <a:p>
            <a:pPr lvl="0"/>
            <a:r>
              <a:rPr/>
              <a:t>2. 심천 인구 이동 현황</a:t>
            </a:r>
          </a:p>
          <a:p>
            <a:pPr lvl="0"/>
            <a:r>
              <a:rPr/>
              <a:t>3. 심천 인구 이동에 영향을 미치는 요인</a:t>
            </a:r>
          </a:p>
          <a:p>
            <a:pPr lvl="0"/>
            <a:r>
              <a:rPr/>
              <a:t>4. 심천 인구 이동의 추세와 영향</a:t>
            </a:r>
          </a:p>
          <a:p>
            <a:pPr lvl="0"/>
            <a:r>
              <a:rPr/>
              <a:t>5. 결론 및 제언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000" cy="1143000"/>
          </a:xfrm>
        </p:spPr>
        <p:txBody>
          <a:bodyPr>
            <a:noAutofit/>
          </a:bodyPr>
          <a:lstStyle/>
          <a:p>
            <a:pPr lvl="0"/>
            <a:r>
              <a:rPr/>
              <a:t>서론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lvl="0"/>
            <a:r>
              <a:rPr/>
              <a:t>深圳은 중국 개혁개방의 최전선 도시로서, 인구 유동성이 뚜렷한 특징과 심원한 영향을 지니고 있습니다. 본 장에서는 심천의 발전 과정, 인구 유동의 배경, 그리고 연구의 중요성과 의의에 대해 간략히 소개하겠습니다.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000" cy="1143000"/>
          </a:xfrm>
        </p:spPr>
        <p:txBody>
          <a:bodyPr>
            <a:noAutofit/>
          </a:bodyPr>
          <a:lstStyle/>
          <a:p>
            <a:pPr lvl="0"/>
            <a:r>
              <a:rPr/>
              <a:t>심천 인구 유동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lvl="0"/>
            <a:r>
              <a:rPr/>
              <a:t>본 장에서는 심천의 인구 이동 현황을 상세히 분석합니다. 이는 인구 유입 및 유출 규모, 주요 발원지 및 목적지, 이동 인구의 연령 및 성별 구조, 그리고 그들의 직업 및 교육 배경을 포함합니다.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955"/>
            <a:ext cx="9144000" cy="1143000"/>
          </a:xfrm>
        </p:spPr>
        <p:txBody>
          <a:bodyPr>
            <a:noAutofit/>
          </a:bodyPr>
          <a:lstStyle/>
          <a:p>
            <a:pPr lvl="0"/>
            <a:r>
              <a:rPr/>
              <a:t>심천 인구 유동에 영향을 미치는 요인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lvl="0"/>
            <a:r>
              <a:rPr/>
              <a:t>본 장에서는 경제적 요인, 정책적 요인, 사회적 요인, 지리적 요인 등 심천 인구 유동에 영향을 미치는 다양한 요소들을 살펴보겠습니다. 이러한 요인들을 분석함으로써 심천 인구 유동의 동인과 메커니즘을 더 잘 이해할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635" cy="1143000"/>
          </a:xfrm>
        </p:spPr>
        <p:txBody>
          <a:bodyPr>
            <a:noAutofit/>
          </a:bodyPr>
          <a:lstStyle/>
          <a:p>
            <a:pPr lvl="0"/>
            <a:r>
              <a:rPr/>
              <a:t>심천 인구 유동의 추세와 영향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lvl="0"/>
            <a:r>
              <a:rPr/>
              <a:t>본 장에서는 심천 인구 유동의 미래 추세를 분석하고, 도시 경제, 사회 구조, 도시 계획 등에 미치는 영향을 탐구합니다. 이러한 분석을 통해 심천의 미래 발전에 유용한 참고 자료와 제안을 제공할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000" cy="1143000"/>
          </a:xfrm>
        </p:spPr>
        <p:txBody>
          <a:bodyPr>
            <a:noAutofit/>
          </a:bodyPr>
          <a:lstStyle/>
          <a:p>
            <a:pPr lvl="0"/>
            <a:r>
              <a:rPr/>
              <a:t>결론 및 제안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12480" cy="4525963"/>
          </a:xfrm>
        </p:spPr>
        <p:txBody>
          <a:bodyPr wrap="square">
            <a:noAutofit/>
          </a:bodyPr>
          <a:lstStyle/>
          <a:p>
            <a:pPr lvl="0"/>
            <a:r>
              <a:rPr/>
              <a:t>본 장에서는 앞서의 분석을 통해 도출된 주요 발견점을 요약하고, 이에 상응하는 정책 제안을 제시합니다. 이러한 제안은 심천의 인구 유동을 건강하게 발전시키고, 도시 구조를 최적화하며, 도시 경쟁력을 제고하는 것을 목표로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WPS 演示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深圳人口流动的分析</vt:lpstr>
      <vt:lpstr>目录</vt:lpstr>
      <vt:lpstr>引言</vt:lpstr>
      <vt:lpstr>深圳人口流动现状</vt:lpstr>
      <vt:lpstr>影响深圳人口流动的因素</vt:lpstr>
      <vt:lpstr>深圳人口流动的趋势和影响</vt:lpstr>
      <vt:lpstr>结论与建议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Carina</cp:lastModifiedBy>
  <cp:revision>7</cp:revision>
  <dcterms:created xsi:type="dcterms:W3CDTF">2026-02-10T14:03:10Z</dcterms:created>
  <dcterms:modified xsi:type="dcterms:W3CDTF">2026-02-10T14:03:10Z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92B4A8C37D4B64A999FE8A69926E5D3A_42</vt:lpwstr>
  </property>
  <property fmtid="{D5CDD505-2E9C-101B-9397-08002B2CF9AE}" pid="3" name="KSOProductBuildVer">
    <vt:lpwstr>2052-12.1.25195.25195</vt:lpwstr>
  </property>
</Properties>
</file>